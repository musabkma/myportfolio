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285" d="100"/>
          <a:sy n="285" d="100"/>
        </p:scale>
        <p:origin x="-7214" y="-20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5076-559D-4F6D-94ED-19C4584A126D}" type="datetimeFigureOut">
              <a:rPr lang="ar-SA" smtClean="0"/>
              <a:t>11/10/1447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6381-F5E7-470C-A815-37C9C523060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88542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5076-559D-4F6D-94ED-19C4584A126D}" type="datetimeFigureOut">
              <a:rPr lang="ar-SA" smtClean="0"/>
              <a:t>11/10/1447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6381-F5E7-470C-A815-37C9C523060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7172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5076-559D-4F6D-94ED-19C4584A126D}" type="datetimeFigureOut">
              <a:rPr lang="ar-SA" smtClean="0"/>
              <a:t>11/10/1447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6381-F5E7-470C-A815-37C9C523060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13611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5076-559D-4F6D-94ED-19C4584A126D}" type="datetimeFigureOut">
              <a:rPr lang="ar-SA" smtClean="0"/>
              <a:t>11/10/1447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6381-F5E7-470C-A815-37C9C523060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9569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5076-559D-4F6D-94ED-19C4584A126D}" type="datetimeFigureOut">
              <a:rPr lang="ar-SA" smtClean="0"/>
              <a:t>11/10/1447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6381-F5E7-470C-A815-37C9C523060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95355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5076-559D-4F6D-94ED-19C4584A126D}" type="datetimeFigureOut">
              <a:rPr lang="ar-SA" smtClean="0"/>
              <a:t>11/10/1447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6381-F5E7-470C-A815-37C9C523060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230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5076-559D-4F6D-94ED-19C4584A126D}" type="datetimeFigureOut">
              <a:rPr lang="ar-SA" smtClean="0"/>
              <a:t>11/10/1447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6381-F5E7-470C-A815-37C9C523060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74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5076-559D-4F6D-94ED-19C4584A126D}" type="datetimeFigureOut">
              <a:rPr lang="ar-SA" smtClean="0"/>
              <a:t>11/10/1447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6381-F5E7-470C-A815-37C9C523060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9118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5076-559D-4F6D-94ED-19C4584A126D}" type="datetimeFigureOut">
              <a:rPr lang="ar-SA" smtClean="0"/>
              <a:t>11/10/1447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6381-F5E7-470C-A815-37C9C523060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2296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5076-559D-4F6D-94ED-19C4584A126D}" type="datetimeFigureOut">
              <a:rPr lang="ar-SA" smtClean="0"/>
              <a:t>11/10/1447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6381-F5E7-470C-A815-37C9C523060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646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5076-559D-4F6D-94ED-19C4584A126D}" type="datetimeFigureOut">
              <a:rPr lang="ar-SA" smtClean="0"/>
              <a:t>11/10/1447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6381-F5E7-470C-A815-37C9C523060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4188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C5076-559D-4F6D-94ED-19C4584A126D}" type="datetimeFigureOut">
              <a:rPr lang="ar-SA" smtClean="0"/>
              <a:t>11/10/1447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96381-F5E7-470C-A815-37C9C523060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70300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22" t="65498" r="28889" b="12140"/>
          <a:stretch/>
        </p:blipFill>
        <p:spPr>
          <a:xfrm>
            <a:off x="5029200" y="1456478"/>
            <a:ext cx="146685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581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USER2</dc:creator>
  <cp:lastModifiedBy>USER2</cp:lastModifiedBy>
  <cp:revision>2</cp:revision>
  <dcterms:created xsi:type="dcterms:W3CDTF">2026-03-29T09:50:28Z</dcterms:created>
  <dcterms:modified xsi:type="dcterms:W3CDTF">2026-03-29T10:03:51Z</dcterms:modified>
</cp:coreProperties>
</file>